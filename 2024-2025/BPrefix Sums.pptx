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896eb1a9f_0_3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896eb1a9f_0_3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22b7519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22b7519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22b75195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222b75195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4b0719d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4b0719d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2b7519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2b7519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2b7519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22b7519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22b7519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22b7519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Prefix Sums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OI Club Topic of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 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2530550"/>
            <a:ext cx="21759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Very simple prefix-sum example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550" y="470675"/>
            <a:ext cx="5941501" cy="443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00" y="1894375"/>
            <a:ext cx="222089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Code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425" y="402050"/>
            <a:ext cx="3340424" cy="45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7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00" y="1919075"/>
            <a:ext cx="4493426" cy="17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925" y="439125"/>
            <a:ext cx="1848575" cy="411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7 Solution Idea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prefix sums as follows, let T_i represent the value of the rightmost i digits. Then, value of string segment from i to j = T_j - T_(i-1) (mod 2019) needs to be equal to 0 (mod 2019).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Simply compute all T_i’s and store the result by adding 1 to the (mod 2019) position of an array, which in the end can be computed together for fr[i] C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738725"/>
            <a:ext cx="31749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7 Solution Code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751" y="327100"/>
            <a:ext cx="4064226" cy="472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