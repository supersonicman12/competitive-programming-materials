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90ded835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90ded835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0d824b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0d824b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0d824b56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0d824b5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0d824b5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0d824b5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68e8fc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68e8fc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0d824b5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0d824b5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695b9c4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d695b9c4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95b9c48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695b9c48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d26e42f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d26e42f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 Dec Bronze Problems</a:t>
            </a:r>
            <a:endParaRPr/>
          </a:p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OI Club Session 3 </a:t>
            </a:r>
            <a:endParaRPr/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659025"/>
            <a:ext cx="8222099" cy="88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75" y="3461975"/>
            <a:ext cx="8222099" cy="88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P1 Candy Cane Feast</a:t>
            </a:r>
            <a:endParaRPr/>
          </a:p>
        </p:txBody>
      </p:sp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50" y="1751173"/>
            <a:ext cx="5924824" cy="297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9825" y="1890775"/>
            <a:ext cx="1099450" cy="15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simulate: O(MN) is about 4e10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BUT: notice the first cow: it ALWAYS DOUBLES in height until it exceeds 1e9, and then it will be the only cow that grows afterwards.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Complexity: around the first log_2 (1e9) = 30 might have full runs, then everything is just instantly done on the first cow. So around 30 + 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 line 16.</a:t>
            </a:r>
            <a:endParaRPr/>
          </a:p>
        </p:txBody>
      </p:sp>
      <p:pic>
        <p:nvPicPr>
          <p:cNvPr id="136" name="Google Shape;1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675" y="324125"/>
            <a:ext cx="4448976" cy="422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 Cowntact Tracing</a:t>
            </a:r>
            <a:endParaRPr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600" y="2171575"/>
            <a:ext cx="4661450" cy="18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099" y="2003375"/>
            <a:ext cx="3336100" cy="23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&amp; Code</a:t>
            </a:r>
            <a:endParaRPr/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471900" y="1919075"/>
            <a:ext cx="5691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 note that all consecutive 1’s are independent components. We first find the largest interval that can cover all components without overflowing. Then, the answer would be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sum of ceil(Interval length / largest interval length).</a:t>
            </a:r>
            <a:endParaRPr/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222" y="0"/>
            <a:ext cx="222265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P3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75" y="1506425"/>
            <a:ext cx="6220387" cy="363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6871" y="0"/>
            <a:ext cx="227390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" y="0"/>
            <a:ext cx="588821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4909" y="45375"/>
            <a:ext cx="603313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MacBook Solution</a:t>
            </a:r>
            <a:endParaRPr/>
          </a:p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Yes, MacBook &gt;&gt;&gt; Windows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487" y="0"/>
            <a:ext cx="29384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