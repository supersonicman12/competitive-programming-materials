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90ded835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90ded835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90ded8358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90ded8358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95978f25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95978f2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580cb91106746b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580cb91106746b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2cf40c05a16e0c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2cf40c05a16e0c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95978f25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95978f25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95978f25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95978f25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33c09b29e2a2a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d33c09b29e2a2a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95978f25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95978f2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a8b4eb5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a8b4eb5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95978f2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95978f2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33c09b29e2a2a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d33c09b29e2a2a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95978f2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95978f2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a9bda4fb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a9bda4fb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a8b4eb5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a8b4eb5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a9bda4fb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a9bda4fb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a9bda4f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a9bda4f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a9e0666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a9e0666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ff596f90e7290e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ff596f90e7290e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f596f90e7290e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f596f90e7290e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a9bda4fb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1a9bda4fb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a9bda4fb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1a9bda4fb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a9e06666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1a9e06666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luogu.com.cn/training/112#proble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 and Recursive Search</a:t>
            </a:r>
            <a:endParaRPr/>
          </a:p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10-8 Jingzhe Ai, 10-1 Hans</a:t>
            </a:r>
            <a:endParaRPr/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659025"/>
            <a:ext cx="8222099" cy="88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75" y="3461975"/>
            <a:ext cx="8222099" cy="88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</a:t>
            </a:r>
            <a:endParaRPr/>
          </a:p>
        </p:txBody>
      </p:sp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395700" y="1766675"/>
            <a:ext cx="8672100" cy="43785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Searching is to iterate through all the possibilities of a problem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Ex. When you are trying to find the maximum distance between a set of points, you iterate through every pair and find the maximum distance in between pairs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 to be “smart” and save time whenever you can though (because a complete search may result in overtime)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Relates to later searching algorithms like BFS and DFS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675" y="738725"/>
            <a:ext cx="4572712" cy="7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50" y="1511529"/>
            <a:ext cx="8222099" cy="2120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82300" y="3637074"/>
            <a:ext cx="9144001" cy="1617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 Solution Idea</a:t>
            </a:r>
            <a:endParaRPr/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easily see that the problem could be simplified to be that we would try to find the maximum value of AX+BY, where AX+BY&lt;=M.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Since the constraints on M is less than 1000, we could simply just iterate A and B respectively both from 1 through M/X and M/Y respectively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find the results and record the maximum of AX+BY, which would be the final answer.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Gives you N (N&lt;=10) lists of at most K (K&lt;=20) integers, ask to find how many pairs of integers have their  relative positions remain the same throughout all of the lists.</a:t>
            </a:r>
            <a:endParaRPr/>
          </a:p>
        </p:txBody>
      </p:sp>
      <p:pic>
        <p:nvPicPr>
          <p:cNvPr id="143" name="Google Shape;143;p29"/>
          <p:cNvPicPr preferRelativeResize="0"/>
          <p:nvPr/>
        </p:nvPicPr>
        <p:blipFill rotWithShape="1">
          <a:blip r:embed="rId3">
            <a:alphaModFix/>
          </a:blip>
          <a:srcRect b="3837" l="0" r="0" t="0"/>
          <a:stretch/>
        </p:blipFill>
        <p:spPr>
          <a:xfrm>
            <a:off x="2511525" y="792450"/>
            <a:ext cx="4403324" cy="8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0" y="3254897"/>
            <a:ext cx="9144000" cy="1888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 Solution Idea</a:t>
            </a:r>
            <a:endParaRPr/>
          </a:p>
        </p:txBody>
      </p:sp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iterate every pair of integers and find if their relative positions remain the same throughout the lists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Time Complexity: O(NK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</a:t>
            </a:r>
            <a:endParaRPr/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675" y="701000"/>
            <a:ext cx="4306900" cy="8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25" y="1720812"/>
            <a:ext cx="8385551" cy="170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850" y="2156000"/>
            <a:ext cx="8580299" cy="19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 Solution Idea</a:t>
            </a:r>
            <a:endParaRPr/>
          </a:p>
        </p:txBody>
      </p:sp>
      <p:sp>
        <p:nvSpPr>
          <p:cNvPr id="165" name="Google Shape;165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just simply create a list </a:t>
            </a:r>
            <a:r>
              <a:rPr i="1" lang="en"/>
              <a:t>T</a:t>
            </a:r>
            <a:r>
              <a:rPr lang="en"/>
              <a:t> of length 1000 (each representing one minute in the 1000 minutes).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then, for each lifeguard, go through their shift time, and add a value of 1 into the corresponding position in </a:t>
            </a:r>
            <a:r>
              <a:rPr i="1" lang="en"/>
              <a:t>T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then again go through each lifeguard’s shift time and find how many time will be uncovered if we fire this lifeguard.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take the minimum of all these numbers and print that out as the final answer.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4</a:t>
            </a:r>
            <a:endParaRPr/>
          </a:p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850" y="769807"/>
            <a:ext cx="3599851" cy="70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475" y="1548238"/>
            <a:ext cx="7544226" cy="34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4 Solution</a:t>
            </a:r>
            <a:endParaRPr/>
          </a:p>
        </p:txBody>
      </p:sp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700" y="70450"/>
            <a:ext cx="3462951" cy="50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5</a:t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050" y="710524"/>
            <a:ext cx="4685301" cy="8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74" y="2104200"/>
            <a:ext cx="8904965" cy="271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5 Solution Idea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search through the how many hours in each class after Elsie altered the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check each amount of hour to see if it is possible (combine the first one until it becomes the number of hours we guessed it would be)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6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471900" y="1919075"/>
            <a:ext cx="7367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given N, K, then K+1 NxN squares of characters (. are empty, # are filled). The first is the original square. Two of the K following square matrices can be shifted left, right, up or down (independently and without any # falling out) so that their union is exactly the original one. Find the indices of those two squares.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 &lt;= 10, N &lt;= 8.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https://usaco.org/index.php?page=viewproblem2&amp;cpid=640</a:t>
            </a:r>
            <a:endParaRPr/>
          </a:p>
        </p:txBody>
      </p:sp>
      <p:pic>
        <p:nvPicPr>
          <p:cNvPr id="201" name="Google Shape;20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550" y="738725"/>
            <a:ext cx="4983461" cy="8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077" y="1193100"/>
            <a:ext cx="528975" cy="332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6 Solution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471900" y="1919075"/>
            <a:ext cx="8222100" cy="24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Literally search through all </a:t>
            </a:r>
            <a:r>
              <a:rPr lang="en"/>
              <a:t>possibilities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10C2 for going through the solution pairs: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For each solution pair, there are (ways to shift a square matrix)^2 ways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Ways to shift a square matrix = ( at most 21 )^2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For each solution, each shift, we check the resulting image for 64 atm.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8"/>
          <p:cNvSpPr txBox="1"/>
          <p:nvPr/>
        </p:nvSpPr>
        <p:spPr>
          <a:xfrm>
            <a:off x="328800" y="3979475"/>
            <a:ext cx="801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 estimate of 560,105,280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wrote the solution code a year ago… its very ugly so im not putting it here, pc me you want to see shit mountain.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idx="1" type="body"/>
          </p:nvPr>
        </p:nvSpPr>
        <p:spPr>
          <a:xfrm>
            <a:off x="328250" y="1919075"/>
            <a:ext cx="7547700" cy="33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 T in first line(N &lt;= 100, T &lt;= 250), N cows have T interactions. </a:t>
            </a:r>
            <a:r>
              <a:rPr lang="en"/>
              <a:t>Interactions are given in the form of time, participant 1 and participant 2.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end states are given on the second line.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pandemic starts with a patient zero, and with every interaction, an infected person can infect the other if this interaction is within the first K interactions they’ve had after being infected themselves.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Output three numbers: the number of possible patient zeroes under any K, the minimal K and the maximal K (which might be infinity).</a:t>
            </a:r>
            <a:endParaRPr/>
          </a:p>
        </p:txBody>
      </p:sp>
      <p:sp>
        <p:nvSpPr>
          <p:cNvPr id="215" name="Google Shape;21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7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225" y="775050"/>
            <a:ext cx="3534650" cy="58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5975" y="2109075"/>
            <a:ext cx="919850" cy="11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7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471900" y="1919075"/>
            <a:ext cx="2468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 that time is irrelevant, only the order. We first search through k &amp; patient zero, then simulate using that condition.</a:t>
            </a:r>
            <a:endParaRPr/>
          </a:p>
        </p:txBody>
      </p:sp>
      <p:pic>
        <p:nvPicPr>
          <p:cNvPr id="224" name="Google Shape;2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375" y="1263575"/>
            <a:ext cx="3393225" cy="341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800" y="44638"/>
            <a:ext cx="2818624" cy="4997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SEARCH</a:t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Harder problems involving iterating through the entire solution space, especially for generating </a:t>
            </a:r>
            <a:r>
              <a:rPr b="1" lang="en"/>
              <a:t>subsets</a:t>
            </a:r>
            <a:r>
              <a:rPr lang="en"/>
              <a:t> and </a:t>
            </a:r>
            <a:r>
              <a:rPr b="1" lang="en"/>
              <a:t>permutations</a:t>
            </a:r>
            <a:r>
              <a:rPr lang="en"/>
              <a:t>. This is rare but the technique of recursion may be important later 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Recursion</a:t>
            </a:r>
            <a:r>
              <a:rPr lang="en"/>
              <a:t> is the technique of using a function to call itself:</a:t>
            </a:r>
            <a:endParaRPr/>
          </a:p>
        </p:txBody>
      </p:sp>
      <p:pic>
        <p:nvPicPr>
          <p:cNvPr id="232" name="Google Shape;2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625" y="3616600"/>
            <a:ext cx="4480275" cy="10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more “technical terms”</a:t>
            </a:r>
            <a:endParaRPr/>
          </a:p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471900" y="1919075"/>
            <a:ext cx="8222100" cy="30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Backtracking </a:t>
            </a:r>
            <a:r>
              <a:rPr lang="en"/>
              <a:t>is an algorithmic technique for solving problems by trying out different possibilities and “backtracking” when a solution is not possible, often in an incremental way. It's a more specialized form of recursion used for problems where you explore all possible solutions and discard (backtrack) those that don’t 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DFS</a:t>
            </a:r>
            <a:r>
              <a:rPr lang="en"/>
              <a:t> is a graph traversal algorithm used to explore all nodes of a graph (or tree) by going as deep as possible along each branch before backtracking. It can be implemented using either recursion or an explicit stack.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 Sample Problem</a:t>
            </a:r>
            <a:endParaRPr/>
          </a:p>
        </p:txBody>
      </p:sp>
      <p:sp>
        <p:nvSpPr>
          <p:cNvPr id="244" name="Google Shape;244;p4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Problem: This problem requires you to find the value of the </a:t>
            </a:r>
            <a:r>
              <a:rPr i="1" lang="en"/>
              <a:t>n </a:t>
            </a:r>
            <a:r>
              <a:rPr lang="en"/>
              <a:t>th digit of a really large string s</a:t>
            </a:r>
            <a:r>
              <a:rPr baseline="-25000" lang="en"/>
              <a:t>60</a:t>
            </a:r>
            <a:r>
              <a:rPr lang="en"/>
              <a:t>. The string is defined recursively: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</a:t>
            </a:r>
            <a:r>
              <a:rPr baseline="-25000" lang="en"/>
              <a:t>i</a:t>
            </a:r>
            <a:r>
              <a:rPr lang="en"/>
              <a:t> is the current string, s</a:t>
            </a:r>
            <a:r>
              <a:rPr baseline="-25000" lang="en"/>
              <a:t>i+1</a:t>
            </a:r>
            <a:r>
              <a:rPr lang="en"/>
              <a:t> is the next string)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baseline="-25000" lang="en"/>
              <a:t>i+1</a:t>
            </a:r>
            <a:r>
              <a:rPr lang="en"/>
              <a:t>=s</a:t>
            </a:r>
            <a:r>
              <a:rPr baseline="-25000" lang="en"/>
              <a:t>i</a:t>
            </a:r>
            <a:r>
              <a:rPr lang="en"/>
              <a:t>+s</a:t>
            </a:r>
            <a:r>
              <a:rPr baseline="-25000" lang="en"/>
              <a:t>i</a:t>
            </a:r>
            <a:r>
              <a:rPr lang="en"/>
              <a:t>[1:]+s</a:t>
            </a:r>
            <a:r>
              <a:rPr baseline="-25000" lang="en"/>
              <a:t>i</a:t>
            </a:r>
            <a:r>
              <a:rPr lang="en"/>
              <a:t>[0]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are given an original string </a:t>
            </a:r>
            <a:r>
              <a:rPr i="1" lang="en"/>
              <a:t>s</a:t>
            </a:r>
            <a:r>
              <a:rPr baseline="-25000" i="1" lang="en"/>
              <a:t>0</a:t>
            </a:r>
            <a:r>
              <a:rPr i="1" lang="en"/>
              <a:t> </a:t>
            </a:r>
            <a:r>
              <a:rPr lang="en"/>
              <a:t>and a number index </a:t>
            </a:r>
            <a:r>
              <a:rPr i="1" lang="en"/>
              <a:t>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Constraints: </a:t>
            </a:r>
            <a:r>
              <a:rPr i="1" lang="en"/>
              <a:t>n</a:t>
            </a:r>
            <a:r>
              <a:rPr lang="en"/>
              <a:t>&lt;=10</a:t>
            </a:r>
            <a:r>
              <a:rPr baseline="30000" lang="en"/>
              <a:t>18</a:t>
            </a:r>
            <a:r>
              <a:rPr lang="en"/>
              <a:t>, length of </a:t>
            </a:r>
            <a:r>
              <a:rPr i="1" lang="en"/>
              <a:t>s</a:t>
            </a:r>
            <a:r>
              <a:rPr baseline="-25000" i="1" lang="en"/>
              <a:t>0</a:t>
            </a:r>
            <a:r>
              <a:rPr lang="en"/>
              <a:t> is at most 30</a:t>
            </a:r>
            <a:endParaRPr/>
          </a:p>
        </p:txBody>
      </p:sp>
      <p:pic>
        <p:nvPicPr>
          <p:cNvPr id="245" name="Google Shape;2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550" y="64350"/>
            <a:ext cx="4144349" cy="8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 Sample Solution</a:t>
            </a:r>
            <a:endParaRPr/>
          </a:p>
        </p:txBody>
      </p:sp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472" y="0"/>
            <a:ext cx="538680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Permutations lead-in</a:t>
            </a:r>
            <a:endParaRPr/>
          </a:p>
        </p:txBody>
      </p:sp>
      <p:sp>
        <p:nvSpPr>
          <p:cNvPr id="258" name="Google Shape;258;p4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an initial string of N distinct </a:t>
            </a:r>
            <a:r>
              <a:rPr lang="en"/>
              <a:t>characters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Output all possible permutations in lexicographic order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 &lt;= 10</a:t>
            </a:r>
            <a:endParaRPr/>
          </a:p>
        </p:txBody>
      </p:sp>
      <p:pic>
        <p:nvPicPr>
          <p:cNvPr id="259" name="Google Shape;2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175" y="3337550"/>
            <a:ext cx="1103600" cy="1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5400" y="199638"/>
            <a:ext cx="2240075" cy="4744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 all the ways to arrange 8 queens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 the chessboard so that no pair can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Attack each other.</a:t>
            </a:r>
            <a:endParaRPr/>
          </a:p>
        </p:txBody>
      </p:sp>
      <p:sp>
        <p:nvSpPr>
          <p:cNvPr id="266" name="Google Shape;266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Queens</a:t>
            </a:r>
            <a:endParaRPr/>
          </a:p>
        </p:txBody>
      </p:sp>
      <p:pic>
        <p:nvPicPr>
          <p:cNvPr id="267" name="Google Shape;26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925" y="122100"/>
            <a:ext cx="3501799" cy="4983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Practice</a:t>
            </a:r>
            <a:endParaRPr/>
          </a:p>
        </p:txBody>
      </p:sp>
      <p:sp>
        <p:nvSpPr>
          <p:cNvPr id="273" name="Google Shape;273;p4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 (and Recursion) in general: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https://www.luogu.com.cn/training/112#problems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Also P1958, P1644, P1331, P3956, P2383, P1135, P1433, P1126 on Luogu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Feel free to ask us for help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